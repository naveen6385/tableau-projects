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3bd19a67a82b5679" providerId="LiveId" clId="{EC1AE31F-CFD0-47D6-AEFD-47D912FAD27F}"/>
    <pc:docChg chg="custSel modSld">
      <pc:chgData name="" userId="3bd19a67a82b5679" providerId="LiveId" clId="{EC1AE31F-CFD0-47D6-AEFD-47D912FAD27F}" dt="2026-05-06T06:41:50.543" v="1" actId="478"/>
      <pc:docMkLst>
        <pc:docMk/>
      </pc:docMkLst>
      <pc:sldChg chg="addSp delSp modSp">
        <pc:chgData name="" userId="3bd19a67a82b5679" providerId="LiveId" clId="{EC1AE31F-CFD0-47D6-AEFD-47D912FAD27F}" dt="2026-05-06T06:41:50.543" v="1" actId="478"/>
        <pc:sldMkLst>
          <pc:docMk/>
          <pc:sldMk cId="95992585" sldId="256"/>
        </pc:sldMkLst>
        <pc:spChg chg="del">
          <ac:chgData name="" userId="3bd19a67a82b5679" providerId="LiveId" clId="{EC1AE31F-CFD0-47D6-AEFD-47D912FAD27F}" dt="2026-05-06T06:41:47.057" v="0" actId="478"/>
          <ac:spMkLst>
            <pc:docMk/>
            <pc:sldMk cId="95992585" sldId="256"/>
            <ac:spMk id="3" creationId="{3C084871-665D-4CF1-9F60-05FB39F4D2DC}"/>
          </ac:spMkLst>
        </pc:spChg>
        <pc:spChg chg="add del mod">
          <ac:chgData name="" userId="3bd19a67a82b5679" providerId="LiveId" clId="{EC1AE31F-CFD0-47D6-AEFD-47D912FAD27F}" dt="2026-05-06T06:41:50.543" v="1" actId="478"/>
          <ac:spMkLst>
            <pc:docMk/>
            <pc:sldMk cId="95992585" sldId="256"/>
            <ac:spMk id="5" creationId="{801B1D44-56BC-4C98-94EF-98652FCDA9B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0FC2E548-BC34-4069-B83C-A08E431CFC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Olympic dashboard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78269893-EBF9-48F5-B53B-43F9C089F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224"/>
            <a:ext cx="12192000" cy="62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Olympic dashboard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Olympic dashboard</dc:title>
  <dc:creator/>
  <cp:lastModifiedBy>admin</cp:lastModifiedBy>
  <cp:revision>1</cp:revision>
  <dcterms:created xsi:type="dcterms:W3CDTF">2026-05-06T05:01:47Z</dcterms:created>
  <dcterms:modified xsi:type="dcterms:W3CDTF">2026-05-06T06:41:55Z</dcterms:modified>
</cp:coreProperties>
</file>